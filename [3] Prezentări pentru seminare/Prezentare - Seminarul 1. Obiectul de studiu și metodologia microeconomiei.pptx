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Pornim de la alegerile de zi cu zi. Explicăm de ce resursele limitate ne obligă să renunțăm la alternative. Folosim frontiera posibilităților de producție pentru a vedea ce putem obține și ce sacrificăm.</a:t>
            </a:r>
          </a:p>
          <a:p>
            <a:r>
              <a:rPr sz="1400" b="0" lang="ro-RO">
                <a:solidFill>
                  <a:srgbClr val="24313D"/>
                </a:solidFill>
                <a:latin typeface="Arial"/>
              </a:rPr>
              <a:t>Întrebarea care ne conduce este aceasta: Ce alegem când nu putem avea totul?</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O resursă poate servi mai multor scopuri.</a:t>
            </a:r>
          </a:p>
          <a:p>
            <a:r>
              <a:rPr sz="1400" b="0" lang="ro-RO">
                <a:solidFill>
                  <a:srgbClr val="24313D"/>
                </a:solidFill>
                <a:latin typeface="Arial"/>
              </a:rPr>
              <a:t>Ai două ore libere. Le poți folosi pentru pregătirea unui test sau pentru un schimb plătit la serviciu. Ambele variante sunt utile. Timpul disponibil nu îți permite să le alegi integral pe amândouă. Aici începe problema economică: ce alegi și la ce renunți?</a:t>
            </a:r>
          </a:p>
          <a:p>
            <a:r>
              <a:rPr sz="1400" b="0" lang="ro-RO">
                <a:solidFill>
                  <a:srgbClr val="24313D"/>
                </a:solidFill>
                <a:latin typeface="Arial"/>
              </a:rPr>
              <a:t>Raritatea înseamnă că resursele disponibile nu ajung pentru toate utilizările dorite în același timp. Ea nu privește doar persoanele cu venituri mici. Chiar și o firmă prosperă are un număr limitat de angajați și de ore de lucru. O societate trebuie să decidă cât produce și cum repartizează rezultatele.</a:t>
            </a:r>
          </a:p>
          <a:p>
            <a:r>
              <a:rPr sz="1400" b="0" lang="ro-RO">
                <a:solidFill>
                  <a:srgbClr val="24313D"/>
                </a:solidFill>
                <a:latin typeface="Arial"/>
              </a:rPr>
              <a:t>Pe schemă urmărim următoarea legătură: Timp. O oră de studiu. Alternativă. O oră de muncă. Alegere. Comparăm beneficiile.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Trei idei care merg împreună.</a:t>
            </a:r>
          </a:p>
          <a:p>
            <a:r>
              <a:rPr sz="1400" b="0" lang="ro-RO">
                <a:solidFill>
                  <a:srgbClr val="24313D"/>
                </a:solidFill>
                <a:latin typeface="Arial"/>
              </a:rPr>
              <a:t>Costul nu se reduce la o plată. Valoarea timpului nu apare întotdeauna pe bon. La compararea a două opțiuni includem doar diferențele relevante. Hrana pe care ai cumpăra-o în ambele variante nu este integral un cost suplimentar al studiilor. O plată deja făcută și nerecuperabilă nu se schimbă prin decizia de astăzi.</a:t>
            </a:r>
          </a:p>
          <a:p>
            <a:r>
              <a:rPr sz="1400" b="0" lang="ro-RO">
                <a:solidFill>
                  <a:srgbClr val="24313D"/>
                </a:solidFill>
                <a:latin typeface="Arial"/>
              </a:rPr>
              <a:t>Pe schemă urmărim următoarea legătură: Raritate. Resursele nu ajung pentru toate utilizările dorite. Alegere. Folosim resursa pentru o anumită activitate. Cost de oportunitate. Renunțăm la cea mai bună alternativă.</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Alegerea are un sacrificiu.</a:t>
            </a:r>
          </a:p>
          <a:p>
            <a:r>
              <a:rPr sz="1400" b="0" lang="ro-RO">
                <a:solidFill>
                  <a:srgbClr val="24313D"/>
                </a:solidFill>
                <a:latin typeface="Arial"/>
              </a:rPr>
              <a:t>O cameră proprie poate fi folosită ca birou sau închiriată. Costul economic al folosirii ca birou include chiria netă la care se renunță. Nu includem automat valoarea întregii camere ca un cost al unei singure luni. Comparăm aceeași resursă și aceeași perioadă.</a:t>
            </a:r>
          </a:p>
          <a:p>
            <a:r>
              <a:rPr sz="1400" b="0" lang="ro-RO">
                <a:solidFill>
                  <a:srgbClr val="24313D"/>
                </a:solidFill>
                <a:latin typeface="Arial"/>
              </a:rPr>
              <a:t>Un salariu sacrificat este doar o componentă a costului studiilor. Taxa suplimentară și materialele necesare pot fi alte componente. Hrana care ar fi fost cumpărată în ambele variante nu este integral un cost suplimentar. Analiza începe prin întrebarea ce se schimbă efectiv între opțiuni.</a:t>
            </a:r>
          </a:p>
          <a:p>
            <a:r>
              <a:rPr sz="1400" b="0" lang="ro-RO">
                <a:solidFill>
                  <a:srgbClr val="24313D"/>
                </a:solidFill>
                <a:latin typeface="Arial"/>
              </a:rPr>
              <a:t>Citim mecanismul în această ordine: Resurse date. Timp și capacitate limitate. Mai mult X. Transferăm resurse spre X. Mai puțin Y. Sacrificăm producție alternativă.</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Costul pe unitate explică schimbul.</a:t>
            </a:r>
          </a:p>
          <a:p>
            <a:r>
              <a:rPr sz="1400" b="0" lang="ro-RO">
                <a:solidFill>
                  <a:srgbClr val="24313D"/>
                </a:solidFill>
                <a:latin typeface="Arial"/>
              </a:rPr>
              <a:t>Curba posibilităților de producție arată combinațiile maxime de două bunuri realizabile cu resursele și tehnologia disponibile. Pe frontieră resursele sunt folosite eficient în sens productiv. În interior există posibilitatea de a produce mai mult din cel puțin un bun fără reducerea celuilalt. În exterior combinația nu poate fi obținută în condițiile date.</a:t>
            </a:r>
          </a:p>
          <a:p>
            <a:r>
              <a:rPr sz="1400" b="0" lang="ro-RO">
                <a:solidFill>
                  <a:srgbClr val="24313D"/>
                </a:solidFill>
                <a:latin typeface="Arial"/>
              </a:rPr>
              <a:t>Pentru a obține mai mult dintr-un bun trebuie să realocăm resurse de la celălalt. Panta descrescătoare exprimă acest compromis. Sacrificiul pe unitate este raportul dintre producția pierdută și producția suplimentară. O frontieră liniară indică un cost de oportunitate constant. Forma arcuită poate exprima un cost crescător deoarece resursele nu sunt la fel de potrivite pentru toate utilizările.</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Frontiera arată ce este posibil.</a:t>
            </a:r>
          </a:p>
          <a:p>
            <a:r>
              <a:rPr sz="1400" b="0" lang="ro-RO">
                <a:solidFill>
                  <a:srgbClr val="24313D"/>
                </a:solidFill>
                <a:latin typeface="Arial"/>
              </a:rPr>
              <a:t>Pentru această frontieră păstrăm aceleași resurse și aceeași tehnologie. Interceptările sunt X = 10 și Y = 50. Punctul cu X = 4 și Y = 30 folosește întreaga posibilitate a modelului. Un punct aflat sub frontieră lasă capacitate nefolosită. Nu îl confundăm cu o tehnologie mai slabă. O altă alegere pe dreaptă nu mută dreapta.</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Pe frontieră un X suplimentar sacrifică cinci 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Posibil nu înseamnă preferat.</a:t>
            </a:r>
          </a:p>
          <a:p>
            <a:r>
              <a:rPr sz="1400" b="0" lang="ro-RO">
                <a:solidFill>
                  <a:srgbClr val="24313D"/>
                </a:solidFill>
                <a:latin typeface="Arial"/>
              </a:rPr>
              <a:t>Progresul tehnologic și creșterea resurselor pot extinde frontiera. Dacă îmbunătățirea privește numai un sector atunci extinderea poate fi asimetrică. Trecerea de la un punct interior la frontieră înseamnă folosirea mai bună a posibilităților existente. Ea nu este același lucru cu extinderea frontierei.</a:t>
            </a:r>
          </a:p>
          <a:p>
            <a:r>
              <a:rPr sz="1400" b="0" lang="ro-RO">
                <a:solidFill>
                  <a:srgbClr val="24313D"/>
                </a:solidFill>
                <a:latin typeface="Arial"/>
              </a:rPr>
              <a:t>Pe schemă urmărim următoarea legătură: Eficiență productivă. Nu putem crește un bun fără sacrificarea celuilalt. Alegere preferată. Depinde și de scopuri și de preferințe.</a:t>
            </a:r>
          </a:p>
          <a:p>
            <a:r>
              <a:rPr sz="1400" b="0" lang="ro-RO">
                <a:solidFill>
                  <a:srgbClr val="24313D"/>
                </a:solidFill>
                <a:latin typeface="Arial"/>
              </a:rPr>
              <a:t>Verificare orală: Ce alternativă nu mai putem realiza cu aceeași resursă? Răspuns așteptat: Valoarea celei mai bune alternative abandonate este reperul.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O economie are frontiera Y = 50 − 5X. Cantitățile sunt nenegative. Resursele și tehnologia nu se schimbă.</a:t>
            </a:r>
          </a:p>
          <a:p>
            <a:r>
              <a:rPr sz="1400" b="0" lang="ro-RO">
                <a:solidFill>
                  <a:srgbClr val="24313D"/>
                </a:solidFill>
                <a:latin typeface="Arial"/>
              </a:rPr>
              <a:t>Cerințele sunt: Aflați Y dacă se aleg 4 unități X. Aflați câte Y se sacrifică pentru încă 2 unități X.</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Punctul inițial. Y = 50 − 5 × 4 = 30.</a:t>
            </a:r>
          </a:p>
          <a:p>
            <a:r>
              <a:rPr sz="1400" b="0" lang="ro-RO">
                <a:solidFill>
                  <a:srgbClr val="24313D"/>
                </a:solidFill>
                <a:latin typeface="Arial"/>
              </a:rPr>
              <a:t>Noua alegere. La X = 6 rezultă Y = 20.</a:t>
            </a:r>
          </a:p>
          <a:p>
            <a:r>
              <a:rPr sz="1400" b="0" lang="ro-RO">
                <a:solidFill>
                  <a:srgbClr val="24313D"/>
                </a:solidFill>
                <a:latin typeface="Arial"/>
              </a:rPr>
              <a:t>Sacrificiul. 30 − 20 = 10 unități Y.</a:t>
            </a:r>
          </a:p>
          <a:p>
            <a:r>
              <a:rPr sz="1400" b="0" lang="ro-RO">
                <a:solidFill>
                  <a:srgbClr val="24313D"/>
                </a:solidFill>
                <a:latin typeface="Arial"/>
              </a:rPr>
              <a:t>Mai mult X este posibil prin renunțarea la o parte din Y.</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Raritatea face alegerea necesară. Costul privește alternativa sacrificată. Frontiera separă posibilul de imposibil.</a:t>
            </a:r>
          </a:p>
          <a:p>
            <a:r>
              <a:rPr sz="1400" b="0" lang="ro-RO">
                <a:solidFill>
                  <a:srgbClr val="24313D"/>
                </a:solidFill>
                <a:latin typeface="Arial"/>
              </a:rPr>
              <a:t>Întrebarea de verificare este: Ce alternativă nu mai putem realiza cu aceeași resursă?</a:t>
            </a:r>
          </a:p>
          <a:p>
            <a:r>
              <a:rPr sz="1400" b="0" lang="ro-RO">
                <a:solidFill>
                  <a:srgbClr val="24313D"/>
                </a:solidFill>
                <a:latin typeface="Arial"/>
              </a:rPr>
              <a:t>Răspuns: Valoarea celei mai bune alternative abandonate este reperul.</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biectul de studiu și metodologia microeconomiei. Ce alegem când nu putem avea totul?. Recunoaștem alegerea și calculăm alternativa sacrificat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 resursă poate servi mai multor scopuri. Aceeași oră nu poate fi folosită integral în două activități. Timp. O oră de studiu. Alternativă. O oră de muncă. Alegere. Comparăm beneficiil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ei idei care merg împreună. Raritate. Resursele nu ajung pentru toate utilizările dorite. Alegere. Folosim resursa pentru o anumită activitate. Cost de oportunitate. Renunțăm la cea mai bună alternativ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legerea are un sacrificiu. Resurse date. Timp și capacitate limitate. Mai mult X. Transferăm resurse spre X. Mai puțin Y. Sacrificăm producție alternativ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stul pe unitate explică schimbul. CO pentru X = Y sacrificat / X suplimentar. Comparăm două combinații posibile. Unitate: bun Y pentru o unitate X."/>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rontiera arată ce este posibil. Resursele și tehnologia rămân constante. Pe frontieră un X suplimentar sacrifică cinci Y."/>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osibil nu înseamnă preferat. Eficiență productivă. Nu putem crește un bun fără sacrificarea celuilalt. Alegere preferată. Depinde și de scopuri și de preferinț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1</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Alegerea pe o frontieră</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O economie are frontiera Y = 50 − 5X. Cantitățile sunt nenegative. Resursele și tehnologia nu se schimbă.</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Aflați Y dacă se aleg 4 unități X.</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Aflați câte Y se sacrifică pentru încă 2 unități X.</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1</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Calculăm apoi interpretăm</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Punctul inițial</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Y = 50 − 5 × 4 = 30</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Noua alegere</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La X = 6 rezultă Y = 20</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Sacrificiul</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30 − 20 = 10 unități Y</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Mai mult X este posibil prin renunțarea la o parte din 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Ce alternativă nu mai putem realiza cu aceeași resursă?. Raritatea face alegerea necesară. Costul privește alternativa sacrificată. Frontiera separă posibilul de imposibil."/>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1. Obiectul de studiu și metodologia microeconomiei</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