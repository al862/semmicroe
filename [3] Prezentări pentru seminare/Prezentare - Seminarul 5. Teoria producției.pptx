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O firmă combină munca și echipamentele pentru a produce. Deosebim producția totală de media pe lucrător și de sporul adus de încă un lucrător. Explicăm apoi de ce o limită tehnică poate schimba alegerea firmei.</a:t>
            </a:r>
          </a:p>
          <a:p>
            <a:r>
              <a:rPr sz="1400" b="0" lang="ro-RO">
                <a:solidFill>
                  <a:srgbClr val="24313D"/>
                </a:solidFill>
                <a:latin typeface="Arial"/>
              </a:rPr>
              <a:t>Întrebarea care ne conduce este aceasta: De ce încă un angajat nu aduce mereu același spor?</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O brutărie are o capacitate limitată.</a:t>
            </a:r>
          </a:p>
          <a:p>
            <a:r>
              <a:rPr sz="1400" b="0" lang="ro-RO">
                <a:solidFill>
                  <a:srgbClr val="24313D"/>
                </a:solidFill>
                <a:latin typeface="Arial"/>
              </a:rPr>
              <a:t>O brutărie transformă ingrediente prin munca angajaților și folosirea cuptorului. Făina și apa intră în aluat. Electricitatea încălzește cuptorul. Munca include atât efort fizic cât și cunoștințe. Producția este procesul prin care resursele sunt combinate pentru bunuri și servicii utile.</a:t>
            </a:r>
          </a:p>
          <a:p>
            <a:r>
              <a:rPr sz="1400" b="0" lang="ro-RO">
                <a:solidFill>
                  <a:srgbClr val="24313D"/>
                </a:solidFill>
                <a:latin typeface="Arial"/>
              </a:rPr>
              <a:t>Factorii tradiționali sunt natura și munca și capitalul real. Capitalul real cuprinde bunuri create anterior pentru a participa la producție. Tehnologia și informația și organizarea întreprinzătorului influențează folosirea lor. Banii finanțează procurarea utilajelor și plata angajaților. Nu coacem pâine folosind bani în locul cuptorului.</a:t>
            </a:r>
          </a:p>
          <a:p>
            <a:r>
              <a:rPr sz="1400" b="0" lang="ro-RO">
                <a:solidFill>
                  <a:srgbClr val="24313D"/>
                </a:solidFill>
                <a:latin typeface="Arial"/>
              </a:rPr>
              <a:t>Pe schemă urmărim următoarea legătură: Muncă. Pregătește aluatul. Capital real. Cuptorul și echipamentele. Capacitate. Cel mult 30 de pâini pe tavă.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Trei indicatori pentru trei întrebări.</a:t>
            </a:r>
          </a:p>
          <a:p>
            <a:r>
              <a:rPr sz="1400" b="0" lang="ro-RO">
                <a:solidFill>
                  <a:srgbClr val="24313D"/>
                </a:solidFill>
                <a:latin typeface="Arial"/>
              </a:rPr>
              <a:t>Produsul total TP este întregul rezultat într-o perioadă. Produsul mediu AP împarte rezultatul la cantitatea unui factor. Produsul marginal MP măsoară sporul datorat unei unități suplimentare din factorul variabil cu celelalte condiții neschimbate.</a:t>
            </a:r>
          </a:p>
          <a:p>
            <a:r>
              <a:rPr sz="1400" b="0" lang="ro-RO">
                <a:solidFill>
                  <a:srgbClr val="24313D"/>
                </a:solidFill>
                <a:latin typeface="Arial"/>
              </a:rPr>
              <a:t>Pe schemă urmărim următoarea legătură: TP. Cât producem în total?. AP. Cât revine unui lucrător?. MP. Cât aduce încă un lucrător?.</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Mai mulți lucrători folosesc aceeași capacitate.</a:t>
            </a:r>
          </a:p>
          <a:p>
            <a:r>
              <a:rPr sz="1400" b="0" lang="ro-RO">
                <a:solidFill>
                  <a:srgbClr val="24313D"/>
                </a:solidFill>
                <a:latin typeface="Arial"/>
              </a:rPr>
              <a:t>La început specializarea sarcinilor poate mări sporul adus de un angajat. După un punct echipamentul fix și spațiul limitează avantajul suplimentar. Legea productivității marginale descrescânde privește această comparație cu cel puțin un factor fix și tehnologie neschimbată.</a:t>
            </a:r>
          </a:p>
          <a:p>
            <a:r>
              <a:rPr sz="1400" b="0" lang="ro-RO">
                <a:solidFill>
                  <a:srgbClr val="24313D"/>
                </a:solidFill>
                <a:latin typeface="Arial"/>
              </a:rPr>
              <a:t>Un MP descrescător poate rămâne pozitiv. Atunci TP crește cu sporuri mai mici. La MP zero o unitate suplimentară nu schimbă TP. La MP negativ TP scade. Nu folosim cuvântul „descrescător” pentru a afirma automat că producția totală scade.</a:t>
            </a:r>
          </a:p>
          <a:p>
            <a:r>
              <a:rPr sz="1400" b="0" lang="ro-RO">
                <a:solidFill>
                  <a:srgbClr val="24313D"/>
                </a:solidFill>
                <a:latin typeface="Arial"/>
              </a:rPr>
              <a:t>Citim mecanismul în această ordine: La început. Pregătirea devine mai rapidă. Apoi. Sporurile producției se reduc. La limită. Tava este deja plină.</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Media nu este sporul.</a:t>
            </a:r>
          </a:p>
          <a:p>
            <a:r>
              <a:rPr sz="1400" b="0" lang="ro-RO">
                <a:solidFill>
                  <a:srgbClr val="24313D"/>
                </a:solidFill>
                <a:latin typeface="Arial"/>
              </a:rPr>
              <a:t>Produsul total TP este întregul rezultat într-o perioadă. Produsul mediu AP împarte rezultatul la cantitatea unui factor. Produsul marginal MP măsoară sporul datorat unei unități suplimentare din factorul variabil cu celelalte condiții neschimbate.</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Totalul poate crește cu sporuri mai mici.</a:t>
            </a:r>
          </a:p>
          <a:p>
            <a:r>
              <a:rPr sz="1400" b="0" lang="ro-RO">
                <a:solidFill>
                  <a:srgbClr val="24313D"/>
                </a:solidFill>
                <a:latin typeface="Arial"/>
              </a:rPr>
              <a:t>AP crește dacă sporul adus de resursa suplimentară depășește media anterioară. AP scade dacă sporul este sub medie. În modelul continuu uzual MP intersectează AP la maximul AP. Într-un tabel cu salturi nu este necesară o egalitate exactă între valorile afișate.</a:t>
            </a:r>
          </a:p>
          <a:p>
            <a:r>
              <a:rPr sz="1400" b="0" lang="ro-RO">
                <a:solidFill>
                  <a:srgbClr val="24313D"/>
                </a:solidFill>
                <a:latin typeface="Arial"/>
              </a:rPr>
              <a:t>În toate echipele păstrăm aceeași pregătire:30 de minute pentru amestecarea ingredientelor și frământarea aluatului. Dospirea înseamnă timpul în care aluatul crește. Dospirea și pregătirea pentru cuptor au aceeași durată între echipe. O coacere durează o oră iar cuptorul primește o singură tavă de cel mult 30 de pâini. Nu introducem o a doua tavă simultan pentru a explica sporul.</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Plafonul tăvii nu dispare prin adăugarea unui lucrător.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Un spor mai mic nu înseamnă un total mai mic.</a:t>
            </a:r>
          </a:p>
          <a:p>
            <a:r>
              <a:rPr sz="1400" b="0" lang="ro-RO">
                <a:solidFill>
                  <a:srgbClr val="24313D"/>
                </a:solidFill>
                <a:latin typeface="Arial"/>
              </a:rPr>
              <a:t>Randamentul unui factor și randamentul la scară sunt comparații diferite. Primul schimbă un factor în prezența altuia fix. Al doilea schimbă toți factorii. O firmă poate avea productivitate marginală descrescătoare pe termen scurt fără a avea automat randamente descrescătoare la scară.</a:t>
            </a:r>
          </a:p>
          <a:p>
            <a:r>
              <a:rPr sz="1400" b="0" lang="ro-RO">
                <a:solidFill>
                  <a:srgbClr val="24313D"/>
                </a:solidFill>
                <a:latin typeface="Arial"/>
              </a:rPr>
              <a:t>Pe schemă urmărim următoarea legătură: MP pozitiv dar în scădere. Producția totală încă se mărește. MP negativ. Producția totală scade.</a:t>
            </a:r>
          </a:p>
          <a:p>
            <a:r>
              <a:rPr sz="1400" b="0" lang="ro-RO">
                <a:solidFill>
                  <a:srgbClr val="24313D"/>
                </a:solidFill>
                <a:latin typeface="Arial"/>
              </a:rPr>
              <a:t>Verificare orală: Înseamnă MP mai mic că TP scade? Răspuns așteptat: Nu cât timp MP rămâne pozitiv.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Cu 2 lucrători se obțin 28 de pâini. Cu 3 lucrători se obțin 30 de pâini. Folosim același cuptor și aceeași tavă pentru o coacere.</a:t>
            </a:r>
          </a:p>
          <a:p>
            <a:r>
              <a:rPr sz="1400" b="0" lang="ro-RO">
                <a:solidFill>
                  <a:srgbClr val="24313D"/>
                </a:solidFill>
                <a:latin typeface="Arial"/>
              </a:rPr>
              <a:t>Cerințele sunt: Calculați AP pentru 3 lucrători. Calculați MP al celui de-al treilea lucrător.</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Totalul. TP = 30 de pâini.</a:t>
            </a:r>
          </a:p>
          <a:p>
            <a:r>
              <a:rPr sz="1400" b="0" lang="ro-RO">
                <a:solidFill>
                  <a:srgbClr val="24313D"/>
                </a:solidFill>
                <a:latin typeface="Arial"/>
              </a:rPr>
              <a:t>Media. AP = 30/3 = 10 pâini pe lucrător.</a:t>
            </a:r>
          </a:p>
          <a:p>
            <a:r>
              <a:rPr sz="1400" b="0" lang="ro-RO">
                <a:solidFill>
                  <a:srgbClr val="24313D"/>
                </a:solidFill>
                <a:latin typeface="Arial"/>
              </a:rPr>
              <a:t>Sporul. MP = (30 − 28)/(3 − 2) = 2 pâini.</a:t>
            </a:r>
          </a:p>
          <a:p>
            <a:r>
              <a:rPr sz="1400" b="0" lang="ro-RO">
                <a:solidFill>
                  <a:srgbClr val="24313D"/>
                </a:solidFill>
                <a:latin typeface="Arial"/>
              </a:rPr>
              <a:t>Al treilea lucrător aduce două pâini suplimentare. Media echipei este zece.</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Resursele și tehnologia determină posibilul. AP este o medie. MP este un spor. Decizia firmei cere și prețuri și costuri.</a:t>
            </a:r>
          </a:p>
          <a:p>
            <a:r>
              <a:rPr sz="1400" b="0" lang="ro-RO">
                <a:solidFill>
                  <a:srgbClr val="24313D"/>
                </a:solidFill>
                <a:latin typeface="Arial"/>
              </a:rPr>
              <a:t>Întrebarea de verificare este: Înseamnă MP mai mic că TP scade?</a:t>
            </a:r>
          </a:p>
          <a:p>
            <a:r>
              <a:rPr sz="1400" b="0" lang="ro-RO">
                <a:solidFill>
                  <a:srgbClr val="24313D"/>
                </a:solidFill>
                <a:latin typeface="Arial"/>
              </a:rPr>
              <a:t>Răspuns: Nu cât timp MP rămâne pozitiv.</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oria producției. De ce încă un angajat nu aduce mereu același spor?. Deosebim producția totală de medie și de spo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 brutărie are o capacitate limitată. Aceeași tavă încape într-un singur cuptor. Muncă. Pregătește aluatul. Capital real. Cuptorul și echipamentele. Capacitate. Cel mult 30 de pâini pe tav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ei indicatori pentru trei întrebări. TP. Cât producem în total?. AP. Cât revine unui lucrător?. MP. Cât aduce încă un lucrăto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 mulți lucrători folosesc aceeași capacitate. La început. Pregătirea devine mai rapidă. Apoi. Sporurile producției se reduc. La limită. Tava este deja plin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dia nu este sporul. AP = TP/L; MP = ΔTP/ΔL. L este numărul lucrătorilor pentru aceeași activitate. Cuptorul și tehnologia rămân neschimba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otalul poate crește cu sporuri mai mici. La L = 0; 1; 2; 3; 4 avem TP = 0; 20; 28; 30; 30. Plafonul tăvii nu dispare prin adăugarea unui lucrăto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n spor mai mic nu înseamnă un total mai mic. MP pozitiv dar în scădere. Producția totală încă se mărește. MP negativ. Producția totală scad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5</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Al treilea lucrător în brutărie</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Cu 2 lucrători se obțin 28 de pâini. Cu 3 lucrători se obțin 30 de pâini. Folosim același cuptor și aceeași tavă pentru o coacere.</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Calculați AP pentru 3 lucrători.</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Calculați MP al celui de-al treilea lucrător.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5</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Media și sporul au rezultate diferite</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Totalul</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TP = 30 de pâini</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Media</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AP = 30/3 = 10 pâini pe lucrător</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Sporul</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MP = (30 − 28)/(3 − 2) = 2 pâini</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Al treilea lucrător aduce două pâini suplimentare. Media echipei este zece.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Înseamnă MP mai mic că TP scade?. Resursele și tehnologia determină posibilul. AP este o medie. MP este un spor. Decizia firmei cere și prețuri și costur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5. Teoria producției</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