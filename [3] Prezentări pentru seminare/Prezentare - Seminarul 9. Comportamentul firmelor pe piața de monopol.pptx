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Un singur ofertant poate influența prețul dar nu poate ignora cumpărătorii. Alegem mai întâi cantitatea și citim apoi prețul pe cerere. Comparăm rezultatul firmei cu schimburile avantajoase pentru societate.</a:t>
            </a:r>
          </a:p>
          <a:p>
            <a:r>
              <a:rPr sz="1400" b="0" lang="ro-RO">
                <a:solidFill>
                  <a:srgbClr val="24313D"/>
                </a:solidFill>
                <a:latin typeface="Arial"/>
              </a:rPr>
              <a:t>Întrebarea care ne conduce este aceasta: De ce un singur vânzător nu poate cere orice preț?</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Puterea firmei are o limită.</a:t>
            </a:r>
          </a:p>
          <a:p>
            <a:r>
              <a:rPr sz="1400" b="0" lang="ro-RO">
                <a:solidFill>
                  <a:srgbClr val="24313D"/>
                </a:solidFill>
                <a:latin typeface="Arial"/>
              </a:rPr>
              <a:t>O firmă este singurul ofertant al unui serviciu fără substituenți apropiați. Ea poate influența prețul. Dacă îl ridică însă unii cumpărători renunță sau reduc consumul. Puterea de piață nu elimină cererea. Firma alege o combinație preț–cantitate de pe ea.</a:t>
            </a:r>
          </a:p>
          <a:p>
            <a:r>
              <a:rPr sz="1400" b="0" lang="ro-RO">
                <a:solidFill>
                  <a:srgbClr val="24313D"/>
                </a:solidFill>
                <a:latin typeface="Arial"/>
              </a:rPr>
              <a:t>Piața trebuie delimitată. O firmă poate fi singura care vinde o marcă fără a fi singura care satisface nevoia clientului. Monopolul pur exclude substituenții apropiați pe piața relevantă. Alternativele de consum limitează puterea.</a:t>
            </a:r>
          </a:p>
          <a:p>
            <a:r>
              <a:rPr sz="1400" b="0" lang="ro-RO">
                <a:solidFill>
                  <a:srgbClr val="24313D"/>
                </a:solidFill>
                <a:latin typeface="Arial"/>
              </a:rPr>
              <a:t>Pe schemă urmărim următoarea legătură: Un ofertant. Fără substituenți apropiați. Cerere. Limitează vânzările. Decizie. Un preț pentru o cantitate.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Ultima unitate aduce mai puțin decât prețul.</a:t>
            </a:r>
          </a:p>
          <a:p>
            <a:r>
              <a:rPr sz="1400" b="0" lang="ro-RO">
                <a:solidFill>
                  <a:srgbClr val="24313D"/>
                </a:solidFill>
                <a:latin typeface="Arial"/>
              </a:rPr>
              <a:t>Pentru a vinde mai mult pe o cerere descrescătoare firma cu preț unic trebuie să reducă prețul. Câștigă încasarea ultimei unități dar pierde o parte din încasarea unităților care se vindeau și înainte.</a:t>
            </a:r>
          </a:p>
          <a:p>
            <a:r>
              <a:rPr sz="1400" b="0" lang="ro-RO">
                <a:solidFill>
                  <a:srgbClr val="24313D"/>
                </a:solidFill>
                <a:latin typeface="Arial"/>
              </a:rPr>
              <a:t>Pe schemă urmărim următoarea legătură: P. Prețul plătit pe unitate. MR. Sporul încasărilor totale. MC. Sporul costului total.</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O reducere de preț afectează și vânzările vechi.</a:t>
            </a:r>
          </a:p>
          <a:p>
            <a:r>
              <a:rPr sz="1400" b="0" lang="ro-RO">
                <a:solidFill>
                  <a:srgbClr val="24313D"/>
                </a:solidFill>
                <a:latin typeface="Arial"/>
              </a:rPr>
              <a:t>Găsim cantitatea candidată din MR = MC. Introducem Q în cerere pentru a găsi P. Calculăm profitul și verificăm maximul și limitele și oprirea. MR = MC singur nu garantează profit pozitiv.</a:t>
            </a:r>
          </a:p>
          <a:p>
            <a:r>
              <a:rPr sz="1400" b="0" lang="ro-RO">
                <a:solidFill>
                  <a:srgbClr val="24313D"/>
                </a:solidFill>
                <a:latin typeface="Arial"/>
              </a:rPr>
              <a:t>La optimul interior obișnuit cu preț unic avem P &gt; MR = MC. Maximul profitului și maximul încasărilor diferă. Cu MC pozitiv firma nu alege un segment cu MR negativ deoarece o reducere de Q ar mări încasările și ar economisi costuri.</a:t>
            </a:r>
          </a:p>
          <a:p>
            <a:r>
              <a:rPr sz="1400" b="0" lang="ro-RO">
                <a:solidFill>
                  <a:srgbClr val="24313D"/>
                </a:solidFill>
                <a:latin typeface="Arial"/>
              </a:rPr>
              <a:t>Citim mecanismul în această ordine: Vindem mai mult. Coborâm prețul unic. Câștigăm. Încasarea unităților noi. Pierdem. O parte din încasarea unităților vechi.</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Două etape care nu trebuie inversate.</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Același Q are două valori diferite.</a:t>
            </a:r>
          </a:p>
          <a:p>
            <a:r>
              <a:rPr sz="1400" b="0" lang="ro-RO">
                <a:solidFill>
                  <a:srgbClr val="24313D"/>
                </a:solidFill>
                <a:latin typeface="Arial"/>
              </a:rPr>
              <a:t>În acest desen cererea este P = 100 − 2Q iar costul marginal este 20. Linia MR coboară mai repede decât cererea. Găsim cantitatea 20 la întâlnirea MR cu MC. Ridicăm apoi aceeași cantitate până la cerere pentru prețul 60. Aceste două puncte sunt distincte. Profitul de 700 ține cont și de costul fix de 100. Puterea asupra prețului nu elimină acel cost.</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La Q = 20 avem MR = 20 dar P = 60.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Putere de piață nu înseamnă profit garantat.</a:t>
            </a:r>
          </a:p>
          <a:p>
            <a:r>
              <a:rPr sz="1400" b="0" lang="ro-RO">
                <a:solidFill>
                  <a:srgbClr val="24313D"/>
                </a:solidFill>
                <a:latin typeface="Arial"/>
              </a:rPr>
              <a:t>Indicele Lerner este (P−MC)/P. La optimul interior cu preț unic el este inversul valorii absolute a elasticității cererii. Alternativele care fac cererea mai elastică limitează adaosul în acest model.</a:t>
            </a:r>
          </a:p>
          <a:p>
            <a:r>
              <a:rPr sz="1400" b="0" lang="ro-RO">
                <a:solidFill>
                  <a:srgbClr val="24313D"/>
                </a:solidFill>
                <a:latin typeface="Arial"/>
              </a:rPr>
              <a:t>În comparația standard cu aceleași cerere și MC monopolul cu preț unic produce mai puțin decât reperul P = MC. O parte din surplusul consumatorului se transferă firmei. Alte schimburi avantajoase nu mai au loc. Pierderea lor este pierderea socială. Ea nu este întreg profitul monopolistului.</a:t>
            </a:r>
          </a:p>
          <a:p>
            <a:r>
              <a:rPr sz="1400" b="0" lang="ro-RO">
                <a:solidFill>
                  <a:srgbClr val="24313D"/>
                </a:solidFill>
                <a:latin typeface="Arial"/>
              </a:rPr>
              <a:t>Pe schemă urmărim următoarea legătură: Alegerea optimă. Compară MR cu MC. Rezultatul. Depinde de încasări și de toate costurile.</a:t>
            </a:r>
          </a:p>
          <a:p>
            <a:r>
              <a:rPr sz="1400" b="0" lang="ro-RO">
                <a:solidFill>
                  <a:srgbClr val="24313D"/>
                </a:solidFill>
                <a:latin typeface="Arial"/>
              </a:rPr>
              <a:t>Verificare orală: De unde citim prețul monopolist? Răspuns așteptat: De pe cerere după ce am ales cantitatea.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 = 100 − 2Q. TC = 100 + 20Q. MR = 100 − 4Q iar MC = 20. Firma aplică un preț unic.</a:t>
            </a:r>
          </a:p>
          <a:p>
            <a:r>
              <a:rPr sz="1400" b="0" lang="ro-RO">
                <a:solidFill>
                  <a:srgbClr val="24313D"/>
                </a:solidFill>
                <a:latin typeface="Arial"/>
              </a:rPr>
              <a:t>Cerințele sunt: Calculați Q și P la optim. Calculați profitul total.</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Cantitatea. 100 − 4Q = 20 → Q = 20.</a:t>
            </a:r>
          </a:p>
          <a:p>
            <a:r>
              <a:rPr sz="1400" b="0" lang="ro-RO">
                <a:solidFill>
                  <a:srgbClr val="24313D"/>
                </a:solidFill>
                <a:latin typeface="Arial"/>
              </a:rPr>
              <a:t>Prețul. P = 100 − 2 × 20 = 60.</a:t>
            </a:r>
          </a:p>
          <a:p>
            <a:r>
              <a:rPr sz="1400" b="0" lang="ro-RO">
                <a:solidFill>
                  <a:srgbClr val="24313D"/>
                </a:solidFill>
                <a:latin typeface="Arial"/>
              </a:rPr>
              <a:t>Profitul. TR = 1200; TC = 500; profit = 700.</a:t>
            </a:r>
          </a:p>
          <a:p>
            <a:r>
              <a:rPr sz="1400" b="0" lang="ro-RO">
                <a:solidFill>
                  <a:srgbClr val="24313D"/>
                </a:solidFill>
                <a:latin typeface="Arial"/>
              </a:rPr>
              <a:t>Firma alege o combinație de pe cerere. Prețul de 60 diferă de venitul marginal de 20.</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Cererea limitează puterea firmei. MR și P sunt mărimi diferite. Mai întâi cantitatea apoi prețul.</a:t>
            </a:r>
          </a:p>
          <a:p>
            <a:r>
              <a:rPr sz="1400" b="0" lang="ro-RO">
                <a:solidFill>
                  <a:srgbClr val="24313D"/>
                </a:solidFill>
                <a:latin typeface="Arial"/>
              </a:rPr>
              <a:t>Întrebarea de verificare este: De unde citim prețul monopolist?</a:t>
            </a:r>
          </a:p>
          <a:p>
            <a:r>
              <a:rPr sz="1400" b="0" lang="ro-RO">
                <a:solidFill>
                  <a:srgbClr val="24313D"/>
                </a:solidFill>
                <a:latin typeface="Arial"/>
              </a:rPr>
              <a:t>Răspuns: De pe cerere după ce am ales cantitatea.</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portamentul firmelor pe piața de monopol. De ce un singur vânzător nu poate cere orice preț?. Alegem cantitatea monopolistă și citim apoi prețu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uterea firmei are o limită. Cumpărătorii reacționează la preț chiar fără un rival apropiat. Un ofertant. Fără substituenți apropiați. Cerere. Limitează vânzările. Decizie. Un preț pentru o cantita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ltima unitate aduce mai puțin decât prețul. P. Prețul plătit pe unitate. MR. Sporul încasărilor totale. MC. Sporul costului tota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 reducere de preț afectează și vânzările vechi. Vindem mai mult. Coborâm prețul unic. Câștigăm. Încasarea unităților noi. Pierdem. O parte din încasarea unităților vech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ouă etape care nu trebuie inversate. MR = MC → Q; apoi P = P(Q). Cantitatea se alege prin comparația marginală. Prețul se citește pe cerere și nu pe M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elași Q are două valori diferite. Cerere: P = 100 − 2Q. MC = 20. La Q = 20 avem MR = 20 dar P = 60."/>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utere de piață nu înseamnă profit garantat. Alegerea optimă. Compară MR cu MC. Rezultatul. Depinde de încasări și de toate costuri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9</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Prețul și profitul unui singur ofertant</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P = 100 − 2Q. TC = 100 + 20Q. MR = 100 − 4Q iar MC = 20. Firma aplică un preț unic.</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Calculați Q și P la optim.</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Calculați profitul total.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9</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Nu citim prețul pe MR</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Cantitatea</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100 − 4Q = 20 → Q = 20</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Prețul</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P = 100 − 2 × 20 = 60</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Profitul</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TR = 1200; TC = 500; profit = 700</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Firma alege o combinație de pe cerere. Prețul de 60 diferă de venitul marginal de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De unde citim prețul monopolist?. Cererea limitează puterea firmei. MR și P sunt mărimi diferite. Mai întâi cantitatea apoi prețu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9. Comportamentul firmelor pe piața de monopol</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